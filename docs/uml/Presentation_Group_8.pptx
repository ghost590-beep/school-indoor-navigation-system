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09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6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3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0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7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87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6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4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5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0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4788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08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2361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71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46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0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EAA6E-70C9-4DBA-8ACD-EBA7421B565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FCC0B91-10D5-42AE-BCC4-9A1EF6CA1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15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DE8B7E8-C7D2-E931-6EE4-9BF8ED7EDD7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526472" y="2207002"/>
            <a:ext cx="192682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Project Title: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Smart Campus Navigation System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Course Code/Course Title: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ICT 2140 / Introduction to Software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Group Number: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434F5-0B75-CF13-8C33-F178E2FAC2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ICT UNIVERSITY MESSASSI YAOUNDE</a:t>
            </a:r>
          </a:p>
        </p:txBody>
      </p:sp>
    </p:spTree>
    <p:extLst>
      <p:ext uri="{BB962C8B-B14F-4D97-AF65-F5344CB8AC3E}">
        <p14:creationId xmlns:p14="http://schemas.microsoft.com/office/powerpoint/2010/main" val="4110423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6525-EAFF-5A90-EC13-43BBE322F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General 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D7235-2475-2215-2C32-568D48716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Problem: Navigating ICT University is confusing for new students/visitors.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Traditional maps are static and lack interactivity.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Solution: A </a:t>
            </a:r>
            <a:r>
              <a:rPr lang="en-US" b="1" dirty="0"/>
              <a:t>web-based navigation system</a:t>
            </a:r>
            <a:r>
              <a:rPr lang="en-US" dirty="0"/>
              <a:t> with interactive maps, dropdowns, and pathfinding.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Built with </a:t>
            </a:r>
            <a:r>
              <a:rPr lang="en-US" b="1" dirty="0"/>
              <a:t>HTML, CSS, JavaScript, SVG, Agile Scrum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17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4C1B3-F6FF-AFDD-6DF1-5EEB2E04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and Objectives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BC90A48-C4A1-ABDF-2FF5-2BBFEE98B8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025716"/>
            <a:ext cx="554946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Simplify indoor navigation at ICT University.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SVG maps for all floors.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Dropdown/autocomplete for room selection.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BFS algorithm for shortest path.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Multi-floor navigation via stairs/elevators.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Responsive, user-friendly design.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Scrum methodology for teamwork.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020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D9A2-DB29-4644-27D3-AB86150B2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Problem Statement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A5C3C-E30B-56ED-0642-D7EFF10B6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Large campus → difficult to locate rooms.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Visitors waste time asking for directions.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 digital solution currently available.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Need for a </a:t>
            </a:r>
            <a:r>
              <a:rPr lang="en-US" b="1" dirty="0"/>
              <a:t>smart, scalable, interactive navigation system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227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539B-CA00-E534-6F33-81E3BFC43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Literature Review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26A45-9F79-99DD-53F7-5224E74F5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82" y="1663632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Concepts:</a:t>
            </a:r>
            <a:r>
              <a:rPr lang="en-US" dirty="0"/>
              <a:t> Databases, APIs, SVG graphics, pathfinding algorithms.</a:t>
            </a:r>
          </a:p>
          <a:p>
            <a:r>
              <a:rPr lang="en-US" b="1" dirty="0"/>
              <a:t>Methodologies:</a:t>
            </a:r>
            <a:r>
              <a:rPr lang="en-US" dirty="0"/>
              <a:t> Waterfall vs Agile vs Scrum.</a:t>
            </a:r>
          </a:p>
          <a:p>
            <a:r>
              <a:rPr lang="en-US" b="1" dirty="0"/>
              <a:t>Chosen Methodology:</a:t>
            </a:r>
            <a:r>
              <a:rPr lang="en-US" dirty="0"/>
              <a:t> Scrum → iterative, flexible, team-based.</a:t>
            </a:r>
          </a:p>
          <a:p>
            <a:r>
              <a:rPr lang="en-US" b="1" dirty="0"/>
              <a:t>Related Works:</a:t>
            </a:r>
            <a:r>
              <a:rPr lang="en-US" dirty="0"/>
              <a:t> Indoor navigation systems emphasize usability and accessibility.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1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4A1C-ACA9-EF71-743D-6F5822B7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Methodology &amp; Materials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94BCB-681D-8774-08A3-D9D714BA3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Scrum Framework:</a:t>
            </a:r>
            <a:r>
              <a:rPr lang="en-US" dirty="0"/>
              <a:t> Sprints, backlog, roles (Scrum Master, Product Owner, Developers).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System Requirements: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Functional: floor maps, dropdowns, BFS, multi-floor navigation.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Non-functional: responsive, scalable, fast.</a:t>
            </a:r>
            <a:br>
              <a:rPr lang="en-US" dirty="0"/>
            </a:br>
            <a:r>
              <a:rPr lang="en-US" b="1" dirty="0"/>
              <a:t>Materials/Technologies:</a:t>
            </a:r>
            <a:r>
              <a:rPr lang="en-US" dirty="0"/>
              <a:t> HTML, CSS, JS, SVG, GitHub.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636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15BC-5186-796A-DAAA-0DE918A6B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System Design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8375-F4F2-99BB-4759-3EE56F7DD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Architecture:</a:t>
            </a:r>
            <a:br>
              <a:rPr lang="en-US" dirty="0"/>
            </a:br>
            <a:r>
              <a:rPr lang="en-US" dirty="0"/>
              <a:t>Frontend: HTML/CSS/JS + SVG maps.</a:t>
            </a:r>
            <a:br>
              <a:rPr lang="en-US" dirty="0"/>
            </a:br>
            <a:r>
              <a:rPr lang="en-US" dirty="0"/>
              <a:t>Backend: GitHub repo, optional database.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Algorithms: BFS for shortest path.</a:t>
            </a:r>
            <a:br>
              <a:rPr lang="en-US" dirty="0"/>
            </a:br>
            <a:r>
              <a:rPr lang="en-US" b="1" dirty="0"/>
              <a:t>UML Diagrams:</a:t>
            </a:r>
            <a:r>
              <a:rPr lang="en-US" dirty="0"/>
              <a:t> Use case, class, sequence diagrams.</a:t>
            </a:r>
            <a:br>
              <a:rPr lang="en-US" dirty="0"/>
            </a:br>
            <a:r>
              <a:rPr lang="en-US" b="1" dirty="0"/>
              <a:t>Workflow:</a:t>
            </a:r>
            <a:r>
              <a:rPr lang="en-US" dirty="0"/>
              <a:t> Team organization, conflict resolution, backlog management.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84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1ACC-681B-B314-143E-1FC6C343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Results &amp; Discussions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B10FF-9320-AA84-9F54-D2D7651F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21" y="1474789"/>
            <a:ext cx="8596668" cy="6665359"/>
          </a:xfrm>
        </p:spPr>
        <p:txBody>
          <a:bodyPr>
            <a:normAutofit/>
          </a:bodyPr>
          <a:lstStyle/>
          <a:p>
            <a:r>
              <a:rPr lang="en-US" b="1" dirty="0"/>
              <a:t>Screenshots:</a:t>
            </a:r>
            <a:br>
              <a:rPr lang="en-US" dirty="0"/>
            </a:br>
            <a:r>
              <a:rPr lang="en-US" dirty="0"/>
              <a:t>Floor 1 navigation (Library → Sick Bay).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API Examples:</a:t>
            </a:r>
            <a:r>
              <a:rPr lang="en-US" dirty="0"/>
              <a:t> Room metadata retrieval.</a:t>
            </a:r>
          </a:p>
          <a:p>
            <a:r>
              <a:rPr lang="en-US" b="1" dirty="0"/>
              <a:t>Discussion:</a:t>
            </a:r>
            <a:r>
              <a:rPr lang="en-US" dirty="0"/>
              <a:t> System works, challenges with SVG injection and dropdown mismatches solved.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E6299-556E-B414-75B4-266574C5E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41" y="2126974"/>
            <a:ext cx="6273324" cy="3498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6366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9253-BB56-2B7F-4F6D-4086F483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Recommendations &amp; 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D079E-690B-687F-EA85-6AB4CA22F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Achievements:</a:t>
            </a:r>
            <a:r>
              <a:rPr lang="en-US" dirty="0"/>
              <a:t> Interactive maps, dropdowns, BFS pathfinding, multi-floor navigation.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Challenges:</a:t>
            </a:r>
            <a:r>
              <a:rPr lang="en-US" dirty="0"/>
              <a:t> SVG quirks, dropdown mismatches, multi-floor logic.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Recommendations: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real-time positioning (Wi-Fi/Bluetooth).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Accessibility routes (elevator-only).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 app integration.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Enhanced UI with tooltips/icons.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87238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op 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429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Trebuchet MS</vt:lpstr>
      <vt:lpstr>Wingdings</vt:lpstr>
      <vt:lpstr>Wingdings 3</vt:lpstr>
      <vt:lpstr>Facet</vt:lpstr>
      <vt:lpstr>Project Title: Smart Campus Navigation System Course Code/Course Title: ICT 2140 / Introduction to Software Engineering Group Number: 8</vt:lpstr>
      <vt:lpstr>General Introduction </vt:lpstr>
      <vt:lpstr>Aim and Objectives</vt:lpstr>
      <vt:lpstr>Problem Statement </vt:lpstr>
      <vt:lpstr>Literature Review </vt:lpstr>
      <vt:lpstr>Methodology &amp; Materials </vt:lpstr>
      <vt:lpstr>System Design </vt:lpstr>
      <vt:lpstr>Results &amp; Discussions </vt:lpstr>
      <vt:lpstr>Recommendations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K</dc:creator>
  <cp:lastModifiedBy>Ryan K</cp:lastModifiedBy>
  <cp:revision>1</cp:revision>
  <dcterms:created xsi:type="dcterms:W3CDTF">2026-01-23T12:59:09Z</dcterms:created>
  <dcterms:modified xsi:type="dcterms:W3CDTF">2026-01-23T13:31:31Z</dcterms:modified>
</cp:coreProperties>
</file>